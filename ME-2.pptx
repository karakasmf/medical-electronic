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BFB61E-674B-64A9-DD9F-81B75A289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F8BF302-DDDB-C9FB-EA2F-022DC4A0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53D966E-1D5C-4221-54C3-39EF8565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8F6DDC9-D173-F87E-C266-9791AE75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733C310-7EFE-D3CE-BFCA-DD10BC7D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129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1962D9-25F9-7C0B-A6B6-D7136F6E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C78E71-828F-76B6-CB39-ED3CA03B9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EE25ED1-F6A0-90BB-A069-894EA4A6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E30D8C-32E2-3793-80ED-93727CF5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C2AB50-E399-7742-1A72-FCB4D122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407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B4B28C-01E8-DB60-38AB-825A38D9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200F74-9250-69B2-89BB-C082DC81D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03FF350-8372-5E49-84C0-369F566F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13B27C7-C85B-BB48-00E4-6A468B5F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69607D3-138B-8B1C-D7C6-C82E4919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3175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0EBDFF-6A6F-09A7-C9D2-6B2B401E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88EC96-815E-5C91-7002-FD1AE784C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FCE2B6E-1270-E8C8-5C52-06A659A7A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3EE9AD5-108D-2D6F-AEC5-ADEAB496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2D71340-6E88-758A-003D-E4E7E6C3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DC48DD8-F9D0-DF36-B366-BFB79D8A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118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E54EE6-20A0-75D8-C0F4-1D9AE0B9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F12260F-2E3E-79E8-B313-E3FAB7C0F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BA73044-FC83-9DB3-BF73-BDF0091C8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B0D035F-36FD-C95C-E9B8-24C7B63B6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77A172F-84F9-42E9-1626-BD9B9780B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F6DC41E-2620-DA7E-7E47-B6920C17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9A75BFF-9027-AAB7-3B7A-8B4792BE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B6D88E7-757C-6E7E-1CC6-9B4EF1AC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715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8ABAC1-8E34-FCB0-A875-AD47F4EB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1446342-1D23-0FFE-CD73-D00885D4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2BAD709-8477-8F4A-F049-8BECEE28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0841BC6-B894-3946-E3FB-4E1BCD66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434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B897AA9-4EE1-1343-283F-40FC06B4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E3A581A-5366-C67D-013C-B58132E8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38E7867-C3B9-9563-0EF4-8CA62DF2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24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594F89-882F-D5E0-05C4-E1BD69E4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49C18E-1150-7DB7-9937-C153F38BE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1E21284-3461-0ED0-3E76-0F1E4BAA5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0AD44FE-BE17-3A75-21BC-8715F9D5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B711726-4109-C84D-E4A6-71C2DCFC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F14EF32-1CC6-EEEE-960B-1BDF4F89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871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543A2A-9E67-6916-A089-0D91E4C1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1EA02AF-706E-E3B5-F999-2E167B2F3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0D8BFB5-2F43-DA3B-1746-22FF5E2F5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CF4E873-715A-E3D6-E4C8-B891BE9B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F9088F8-1BF9-705E-CD4D-05A337F2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227C3E0-F989-6BA0-5BF1-7D5503CF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353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9C944D-C0E3-312F-3DEB-7218EC83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128BEE5-91AC-AC5B-7AC7-DE9FFE3F1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FFFF2D-56CE-A370-5B72-3673CC3C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B724F7C-1185-EA58-92AE-AA8588E0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452BAEF-555C-76C7-2D1C-DA8EF605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965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53E52FD-0EF6-2894-A96D-4F9AA2CD8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0B766EA-5253-C445-5887-14C56E8BA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CE06C7-EFCB-C3F0-3DC2-7F173142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F275C47-2BE8-2C28-3615-AAEEDD44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DE4644-DF93-8671-0E77-8F5D6EE1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026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9668914-264C-2CED-53C5-BFA405F0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56A9AAE-F752-DC03-F71E-BC9C20AAE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32FB98E-9DEA-DB29-7FF6-6E5C10CE2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CE684-6223-4AAE-A3F8-CCF1F8597C49}" type="datetimeFigureOut">
              <a:rPr lang="tr-TR" smtClean="0"/>
              <a:t>22.02.2026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A284F5-82EE-6072-76B8-8822821B4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10C9524-1656-0715-1482-9B804E325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5C2DB-B65C-4451-AB53-E5B7F4BD05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422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F9D4AA-C0D6-C11F-F681-1749F55A3C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Tıp Elektroniği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B7DF2E2-E6B2-CCAC-A16C-96346BD265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err="1"/>
              <a:t>Elektronörogram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0366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70E60C-5249-48CF-4186-451C393E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D8B0A5-9003-48C7-C8A7-D86AF7EF3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23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</Words>
  <Application>Microsoft Office PowerPoint</Application>
  <PresentationFormat>Geniş ekran</PresentationFormat>
  <Paragraphs>2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Teması</vt:lpstr>
      <vt:lpstr>Tıp Elektroniği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Fatih KARAKAŞ</dc:creator>
  <cp:lastModifiedBy>Mehmet Fatih KARAKAŞ</cp:lastModifiedBy>
  <cp:revision>1</cp:revision>
  <dcterms:created xsi:type="dcterms:W3CDTF">2026-02-22T08:25:15Z</dcterms:created>
  <dcterms:modified xsi:type="dcterms:W3CDTF">2026-02-22T09:43:01Z</dcterms:modified>
</cp:coreProperties>
</file>